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8FB4DA"/>
                </a:solidFill>
                <a:latin typeface="Segoe UI"/>
              </a:rPr>
              <a:t>MASTERCORP  ·  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554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User guide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0">
                <a:solidFill>
                  <a:srgbClr val="C7D6E8"/>
                </a:solidFill>
                <a:latin typeface="Segoe UI"/>
              </a:rPr>
              <a:t>How to report the status of the vacuums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B6C6DA"/>
                </a:solidFill>
                <a:latin typeface="Segoe UI"/>
              </a:rPr>
              <a:t>You don't need a username or a password.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B6C6DA"/>
                </a:solidFill>
                <a:latin typeface="Segoe UI"/>
              </a:rPr>
              <a:t>You don't need to install any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82512"/>
            <a:ext cx="105156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Housekeeping staff  ·  Quick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There are two QR codes, and each one is for something different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00" cy="128016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F2A37"/>
                </a:solidFill>
                <a:latin typeface="Segoe UI"/>
              </a:rPr>
              <a:t>The vacuum's QR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It's stuck on each unit. Use it to say how that vacuum is doing: whether it works fine, works with faults, or doesn't work at 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83080"/>
            <a:ext cx="54864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783080"/>
            <a:ext cx="5486400" cy="12801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14884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1F2A37"/>
                </a:solidFill>
                <a:latin typeface="Segoe UI"/>
              </a:rPr>
              <a:t>The QR code on the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78892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It's in the housekeeping room. Use it to report that there are no vacuums left available to work with.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1208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340096"/>
            <a:ext cx="10607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Both open the same way: </a:t>
            </a:r>
            <a:r>
              <a:rPr sz="1350" b="0">
                <a:solidFill>
                  <a:srgbClr val="1F2A37"/>
                </a:solidFill>
                <a:latin typeface="Segoe UI"/>
              </a:rPr>
              <a:t>point your phone's camera at the code and tap the banner that appears.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Scan the vacuum's QR code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56362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Open your phone's camera and point it at the code stuck on the vacuum.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8658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35000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Tap the banner that appears on screen. It opens on its own, nothing to install.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17296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13639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You'll see the unit's code, for example VAC-001. Check it matches the sticker.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92277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Tap the blue button to continue.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07492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20293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To read in Spanish: </a:t>
            </a:r>
            <a:r>
              <a:rPr sz="1350" b="0">
                <a:solidFill>
                  <a:srgbClr val="1F2A37"/>
                </a:solidFill>
                <a:latin typeface="Segoe UI"/>
              </a:rPr>
              <a:t>tap the Spanish flag at the top right. It's remembered for next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2520" y="2224233"/>
            <a:ext cx="3017520" cy="3546813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7-equipment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204233"/>
            <a:ext cx="3017520" cy="3546813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Tell us how the vacuum is doing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51790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Type your name. Suggestions appear as you type: pick yours from the list.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21284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17627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Choose the unit's status from the three options.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871216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2834640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If something is wrong, describe it. The clearer you are, the faster it gets fixed.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349300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You can take photos of the problem if that helps explain it.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18795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415137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Tap Send. That's it — it takes less than a minute.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983480"/>
            <a:ext cx="2514600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Operational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works fine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0128" y="4983480"/>
            <a:ext cx="2514600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93008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Segoe UI"/>
              </a:rPr>
              <a:t>With faults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3008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usable, but something's wrong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6" y="4983480"/>
            <a:ext cx="251460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0176" y="4983480"/>
            <a:ext cx="2514600" cy="914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63056" y="5202936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F4444"/>
                </a:solidFill>
                <a:latin typeface="Segoe UI"/>
              </a:rPr>
              <a:t>Out of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5550408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cannot be used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06421" y="1437320"/>
            <a:ext cx="2309717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8-report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21" y="1417320"/>
            <a:ext cx="2309717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THE OTHER QR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When there are no vacuums left available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70078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Go to the fixed QR code on the housekeeping room wall.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2374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48716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Scan it just like a vacuum's code.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27355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Tap the button to continue to the 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056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FEF6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480560"/>
            <a:ext cx="64008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60857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F59E0B"/>
                </a:solidFill>
                <a:latin typeface="Segoe UI"/>
              </a:rPr>
              <a:t>Careful: </a:t>
            </a:r>
            <a:r>
              <a:rPr sz="1350" b="0">
                <a:solidFill>
                  <a:srgbClr val="1F2A37"/>
                </a:solidFill>
                <a:latin typeface="Segoe UI"/>
              </a:rPr>
              <a:t>this report means there is NO equipment available. If one particular vacuum is faulty, use the QR code stuck on that vacuum instead.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2520" y="2377019"/>
            <a:ext cx="3017520" cy="3241242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9-housekeeping-int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357019"/>
            <a:ext cx="3017520" cy="3241242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Fill in the report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1700784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Type your name and pick it from the suggestions.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23744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2487168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Leave the equipment type as Vacuum.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0128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3273552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In comments, give the detail: for example, that no vacuums are left for the night shift.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96512"/>
            <a:ext cx="384048" cy="384048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059936"/>
            <a:ext cx="73152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1F2A37"/>
                </a:solidFill>
                <a:latin typeface="Segoe UI"/>
              </a:rPr>
              <a:t>Tap Send.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3776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93776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506577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Comments matter: </a:t>
            </a:r>
            <a:r>
              <a:rPr sz="1350" b="0">
                <a:solidFill>
                  <a:srgbClr val="1F2A37"/>
                </a:solidFill>
                <a:latin typeface="Segoe UI"/>
              </a:rPr>
              <a:t>they're what lets your supervisor understand what happened without having to ask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06421" y="1437320"/>
            <a:ext cx="2309717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10-housekeeping-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421" y="1417320"/>
            <a:ext cx="2309717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WHAT HAPPENS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Everything you report shows up on the results screen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755648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The day's summary: how many units are fine, how many have faults, how many are out of service.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468880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59152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The most reported vacuums, so you know which ones give the most trouble.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182112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072384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The detail of every report, with who filed it and at what time.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895344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85616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The selector at the top switches between today, the last 7 days and the last 30 days.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608576"/>
            <a:ext cx="137160" cy="137160"/>
          </a:xfrm>
          <a:prstGeom prst="ellipse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498848"/>
            <a:ext cx="7223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50" b="0">
                <a:solidFill>
                  <a:srgbClr val="1F2A37"/>
                </a:solidFill>
                <a:latin typeface="Segoe UI"/>
              </a:rPr>
              <a:t>It can be downloaded as a PDF to print or share.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349240"/>
            <a:ext cx="7772400" cy="868680"/>
          </a:xfrm>
          <a:prstGeom prst="roundRect">
            <a:avLst>
              <a:gd name="adj" fmla="val 6000"/>
            </a:avLst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349240"/>
            <a:ext cx="64008" cy="868680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5477256"/>
            <a:ext cx="731520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50" b="1">
                <a:solidFill>
                  <a:srgbClr val="1560A8"/>
                </a:solidFill>
                <a:latin typeface="Segoe UI"/>
              </a:rPr>
              <a:t>On top of that, every day at 10:00 in the morning </a:t>
            </a:r>
            <a:r>
              <a:rPr sz="1350" b="0">
                <a:solidFill>
                  <a:srgbClr val="1F2A37"/>
                </a:solidFill>
                <a:latin typeface="Segoe UI"/>
              </a:rPr>
              <a:t>an automatic email goes out with this same summary for the managers.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8194" y="1437320"/>
            <a:ext cx="2366172" cy="5120640"/>
          </a:xfrm>
          <a:prstGeom prst="rect">
            <a:avLst/>
          </a:prstGeom>
          <a:solidFill>
            <a:srgbClr val="D5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13-public-kp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8194" y="1417320"/>
            <a:ext cx="2366172" cy="5120640"/>
          </a:xfrm>
          <a:prstGeom prst="rect">
            <a:avLst/>
          </a:prstGeom>
          <a:ln w="12700">
            <a:solidFill>
              <a:srgbClr val="E5E9F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6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560A8"/>
                </a:solidFill>
                <a:latin typeface="Segoe UI"/>
              </a:rPr>
              <a:t>COMMON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058400" cy="777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>
                <a:solidFill>
                  <a:srgbClr val="0F1F30"/>
                </a:solidFill>
                <a:latin typeface="Segoe UI"/>
              </a:rPr>
              <a:t>Questions we get often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85623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Do I need a username and password?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58568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No. You scan the code and report. That's 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91640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856232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Do I have to install an app?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258568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No. It opens in your phone's browser, like any web page.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7296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33756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What if the code won't scan or has come off?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39896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Tell your supervisor so a new one gets printed. Don't report that unit using another one's QR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172968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3337560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Can I report the same vacuum twice in one day?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9672" y="3739896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Yes. Every report is saved with its own time, so nothing is lost.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481888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Is it available in Spanish?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5221224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Yes. Tap the Spanish flag at the top right and the whole screen changes.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654296"/>
            <a:ext cx="5394960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81888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50" b="1">
                <a:solidFill>
                  <a:srgbClr val="1560A8"/>
                </a:solidFill>
                <a:latin typeface="Segoe UI"/>
              </a:rPr>
              <a:t>I sent it by mistake — what now?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5221224"/>
            <a:ext cx="48920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Scan again and send the correct report. Let your supervisor know which one counts.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F2A37"/>
                </a:solidFill>
                <a:latin typeface="Segoe UI"/>
              </a:rPr>
              <a:t>If anything doesn't work the way this guide says, tell your supervisor.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