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FB4DA"/>
                </a:solidFill>
                <a:latin typeface="Segoe UI"/>
              </a:rPr>
              <a:t>MASTERCORP  ·  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Manual de uso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>
                <a:solidFill>
                  <a:srgbClr val="C7D6E8"/>
                </a:solidFill>
                <a:latin typeface="Segoe UI"/>
              </a:rPr>
              <a:t>Cómo reportar el estado de las aspiradoras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B6C6DA"/>
                </a:solidFill>
                <a:latin typeface="Segoe UI"/>
              </a:rPr>
              <a:t>No necesitas usuario ni contraseña.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B6C6DA"/>
                </a:solidFill>
                <a:latin typeface="Segoe UI"/>
              </a:rPr>
              <a:t>No necesitas instalar ninguna aplicación.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10515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Personal de limpieza  ·  Guía rápida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PARA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Hay dos códigos QR, y cada uno sirve para algo distinto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128016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F2A37"/>
                </a:solidFill>
                <a:latin typeface="Segoe UI"/>
              </a:rPr>
              <a:t>El QR de la aspiradora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Está pegado en cada equipo. Lo usas para decir cómo está esa aspiradora: si funciona bien, si funciona a medias o si no funciona.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4864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F2A37"/>
                </a:solidFill>
                <a:latin typeface="Segoe UI"/>
              </a:rPr>
              <a:t>El QR de la pared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Está en el cuarto de housekeeping. Lo usas para avisar que no queda ninguna aspiradora disponible para trabajar.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1208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340096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Los dos se abren igual: </a:t>
            </a:r>
            <a:r>
              <a:rPr sz="1350" b="0">
                <a:solidFill>
                  <a:srgbClr val="1F2A37"/>
                </a:solidFill>
                <a:latin typeface="Segoe UI"/>
              </a:rPr>
              <a:t>apunta la cámara de tu teléfono al código y toca el aviso que aparece.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PASO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Escanea el QR de la aspiradora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56362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Abre la cámara de tu teléfono y apúntala al código pegado en la aspiradora.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8658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35000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Toca el aviso que aparece en la pantalla. Se abre solo, sin instalar nada.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3639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Vas a ver el código del equipo, por ejemplo VAC-001. Revisa que sea el mismo de la calcomanía.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922776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Toca el botón azul para continuar.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7492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20293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Para leer en español: </a:t>
            </a:r>
            <a:r>
              <a:rPr sz="1350" b="0">
                <a:solidFill>
                  <a:srgbClr val="1F2A37"/>
                </a:solidFill>
                <a:latin typeface="Segoe UI"/>
              </a:rPr>
              <a:t>toca la bandera de España, arriba a la derecha. Queda guardado para la próxima vez.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2520" y="2224233"/>
            <a:ext cx="3017520" cy="3546813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7-equipment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204233"/>
            <a:ext cx="3017520" cy="3546813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Di cómo está la aspiradora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51790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Escribe tu nombre. Aparecen sugerencias mientras escribes: elige el tuyo de la lista.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17627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Elige el estado del equipo entre las tres opciones.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71216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834640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Si algo falla, escribe qué le pasa. Mientras más claro lo expliques, más rápido lo arreglan.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49300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Puedes tomar fotos del problema si ayuda a entenderlo.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151376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Toca Enviar. Listo, toma menos de un minuto.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25146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0293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Operativa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5040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funciona bien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49834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0128" y="4983480"/>
            <a:ext cx="25146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520293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A medias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555040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sirve, pero algo anda mal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6" y="49834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0176" y="4983480"/>
            <a:ext cx="2514600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520293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Segoe UI"/>
              </a:rPr>
              <a:t>No funciona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555040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no se puede usar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06421" y="1437320"/>
            <a:ext cx="2309717" cy="512064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-report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421" y="1417320"/>
            <a:ext cx="2309717" cy="512064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EL OTRO QR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Cuando no queda ninguna aspiradora disponible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70078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Ve al QR fijo pegado en la pared del cuarto de housekeeping.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2374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48716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Escanéalo igual que el de una aspiradora.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27355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Toca el botón para continuar al formulario.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60857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Ojo: </a:t>
            </a:r>
            <a:r>
              <a:rPr sz="1350" b="0">
                <a:solidFill>
                  <a:srgbClr val="1F2A37"/>
                </a:solidFill>
                <a:latin typeface="Segoe UI"/>
              </a:rPr>
              <a:t>este aviso es para decir que NO HAY equipo disponible. Si una aspiradora en particular está fallando, usa el QR pegado en esa aspiradora.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2520" y="2377019"/>
            <a:ext cx="3017520" cy="3241242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9-housekeeping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357019"/>
            <a:ext cx="3017520" cy="3241242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PASO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Completa el aviso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70078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Escribe tu nombre y elígelo de las sugerencias.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2374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48716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Deja el tipo de equipo en Aspiradora.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27355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En comentarios, cuenta el detalle: por ejemplo, que no quedan aspiradoras para el turno de la noche.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059936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Toca Enviar.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06577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Los comentarios importan: </a:t>
            </a:r>
            <a:r>
              <a:rPr sz="1350" b="0">
                <a:solidFill>
                  <a:srgbClr val="1F2A37"/>
                </a:solidFill>
                <a:latin typeface="Segoe UI"/>
              </a:rPr>
              <a:t>son lo que le permite a tu supervisor entender qué pasó sin tener que preguntarte.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6421" y="1437320"/>
            <a:ext cx="2309717" cy="512064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0-housekeeping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421" y="1417320"/>
            <a:ext cx="2309717" cy="512064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QUÉ PASA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Todo lo que reportas se ve en la pantalla de resultados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755648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El resumen del día: cuántos equipos están bien, cuántos a medias y cuántos fuera de servicio.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68880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Las aspiradoras más reportadas, para saber cuáles dan más problemas.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82112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El detalle de cada reporte, con quién lo hizo y a qué hora.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95344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85616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El selector de arriba cambia entre hoy, últimos 7 días y últimos 30 días.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608576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Se puede descargar en PDF para imprimir o compartir.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34924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7725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Además, todos los días a las 10:00 de la mañana </a:t>
            </a:r>
            <a:r>
              <a:rPr sz="1350" b="0">
                <a:solidFill>
                  <a:srgbClr val="1F2A37"/>
                </a:solidFill>
                <a:latin typeface="Segoe UI"/>
              </a:rPr>
              <a:t>sale un correo automático con este mismo resumen para los encargados.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8194" y="1437320"/>
            <a:ext cx="2366172" cy="512064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3-public-k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194" y="1417320"/>
            <a:ext cx="2366172" cy="512064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DUDAS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Preguntas que nos hacen seguido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¿Necesito usuario y contraseña?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58568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No. Escaneas el código y reportas. Nada más.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5623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¿Tengo que instalar una aplicación?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258568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No. Se abre en el navegador del teléfono, como cualquier página.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72968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33756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¿Y si el código no lee o está despegado?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39896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Avísale a tu supervisor para que impriman uno nuevo. No reportes ese equipo con el QR de otro.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72968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33756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¿Puedo reportar la misma aspiradora dos veces el mismo día?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739896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Sí. Cada reporte queda guardado con su hora, así que no se pierde nada.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54296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81888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¿Está en español?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221224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Sí. Toca la bandera de España arriba a la derecha y toda la pantalla cambia.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54296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81888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Me equivoqué al enviar, ¿qué hago?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5221224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Vuelve a escanear y manda el reporte correcto. Coméntaselo a tu supervisor para que sepa cuál vale.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2A37"/>
                </a:solidFill>
                <a:latin typeface="Segoe UI"/>
              </a:rPr>
              <a:t>Si algo no funciona como dice este manual, avísale a tu supervisor.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